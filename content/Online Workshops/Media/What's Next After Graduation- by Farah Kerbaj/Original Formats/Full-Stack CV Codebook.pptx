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0cc2-e642-80ef-8000-0000ec117f6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0cda-4302-8f92-8000-0000366618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0ce6-1412-8a80-8000-0000d68b32f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0cdf-c252-81b5-8000-0000066a0e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0cd2-7792-8554-8000-0000fa1ee90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0cdf-c782-8005-8000-0000fd7014f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0cfa-1e02-8459-8000-0000111948f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0d04-6742-8c78-8000-0000d71f084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0cfc-d4b2-8a55-8000-00002afc44c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1557" y="4749075"/>
            <a:ext cx="4225508" cy="177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0cfb-5d72-8b52-8000-0000465986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0d04-76c2-82a8-8000-0000aac127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0d19-84e2-802d-8000-00004bc060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0d1a-c0d2-83b9-8000-00005680cf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0d22-1392-8ffa-8000-00006ca229d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0d1c-fed2-89a8-8000-0000637206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Full-Stack CV Codebook</dc:title>
  <dc:subject>Full-Stack CV Codebook</dc:subject>
  <dc:creator>Kimi</dc:creator>
  <cp:lastModifiedBy>Kimi</cp:lastModifiedBy>
  <cp:revision>1</cp:revision>
  <dcterms:created xsi:type="dcterms:W3CDTF">2025-12-03T20:20:30Z</dcterms:created>
  <dcterms:modified xsi:type="dcterms:W3CDTF">2025-12-03T20:20:30Z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{"Label":"Full-Stack CV Codebook","ContentProducer":"001191110108MACG2KBH8F10000","ProduceID":"d4nkt1v2crec3semii20","ReservedCode1":"","ContentPropagator":"001191110108MACG2KBH8F20000","PropagateID":"d4nkt1v2crec3semii20","ReservedCode2":""}</vt:lpwstr>
  </property>
</Properties>
</file>